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46320"/>
            <a:ext cx="12191695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External Interrupt-Based Emergency Stop</a:t>
            </a:r>
          </a:p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and Event Counter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9F2"/>
                </a:solidFill>
                <a:latin typeface="Calibri"/>
              </a:rPr>
              <a:t>ATmega32 Microcontroller  |  CT 321 PBL 07  |  Project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Group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9F2"/>
                </a:solidFill>
                <a:latin typeface="Calibri"/>
              </a:rPr>
              <a:t>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6FB2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Embedded systems must respond immediately to events such as emergency stops, sensor pulses, and alarms.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Polling can miss short input pulses when the program is busy with another task.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External interrupts let the ATmega32 pause normal execution and respond the instant an event occurs.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6FB2"/>
                </a:solidFill>
                <a:latin typeface="Calibri"/>
              </a:rPr>
              <a:t>Project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Design and implement an interrupt-based emergency stop and event counter system using the ATmega32.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Count external events during normal operation using INT1.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Enter emergency-stop mode immediately when the emergency button (INT0) is pressed.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Recover back to normal mode using a dedicated recovery interrupt (INT2).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Expected System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Two operating modes: NORMAL and EMERGENCY-STOP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760720"/>
              </a:tblGrid>
              <a:tr h="7010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Input / Event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Expected System Response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System powered 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Green LED ON - normal mode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Event pulse detected (INT1)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Event count increases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Recovery / reset button (INT2), normal mode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Event count resets to zero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Emergency stop button (INT0)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Red LED ON, buzzer ON, counting stops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Recovery button (INT2), emergency mode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Buzzer OFF, system returns to normal mode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Main Hardware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6FB2"/>
                </a:solidFill>
                <a:latin typeface="Calibri"/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ATmega32 microcontroller (8 MHz)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Emergency stop push button - INT0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Event pulse push button - INT1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Recovery / reset push button - INT2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Green LED - normal mode indicator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6FB2"/>
                </a:solidFill>
                <a:latin typeface="Calibri"/>
              </a:rPr>
              <a:t>Outputs &amp;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74519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Red LED - emergency-stop indicator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Buzzer - emergency alarm (transistor driver)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10 kΩ pull-up resistors on interrupt inputs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330 Ω current-limiting resistors for LEDs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Serial / USART terminal for event count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ATmega32 Pin Mapping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146304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  <a:gridCol w="3566160"/>
              </a:tblGrid>
              <a:tr h="5715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ATmega32 Pin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Connected Device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PD2 / INT0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External Interrupt 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Emergency stop button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PD3 / INT1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External Interrupt 1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Event pulse button / sensor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PB2 / INT2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External Interrupt 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Recovery / reset button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PB0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Digital Output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Green LED (normal mode)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PB1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Digital Output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Red LED (emergency mode)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PB3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Digital Output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Buzzer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PD1 / TXD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USART Transmit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Event count to serial terminal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Interrupt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6FB2"/>
                </a:solidFill>
                <a:latin typeface="Calibri"/>
              </a:rPr>
              <a:t>Trigger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All three interrupts (INT0, INT1, INT2) are configured for falling-edge triggering.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Buttons are active-LOW: pin is HIGH when released, goes LOW when pressed.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6FB2"/>
                </a:solidFill>
                <a:latin typeface="Calibri"/>
              </a:rPr>
              <a:t>Debounce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Timer0 generates a 1 ms system tick (8 MHz clock, prescaler 64, OCR0 = 124).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Each interrupt line tracks its own last-accepted timestamp.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An interrupt is accepted only if at least 200 ms passed since the previous accepted event on that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6FB2"/>
                </a:solidFill>
                <a:latin typeface="Calibri"/>
              </a:rPr>
              <a:t>ISR Behaviour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84632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863840"/>
              </a:tblGrid>
              <a:tr h="3771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Interrupt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INT0 - Emergency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Sets emergency_mode = 1; red LED + buzzer ON; counting locked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INT1 - Event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Increments event_count only if emergency_mode == 0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INT2 - Recovery / Reset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Returns to normal if in emergency; resets count if already normal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Firmware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Event-driven design: Main loop + Interrupt Service Routines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6FB2"/>
                </a:solidFill>
                <a:latin typeface="Calibri"/>
              </a:rPr>
              <a:t>Main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Initializes GPIO (LEDs, buzzer), Timer0, USART, and external interrupts.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Enables global interrupts and continuously updates LED / buzzer outputs based on current state.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Prints status (mode + event count) over UART on every event and on a periodic heartbeat.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6FB2"/>
                </a:solidFill>
                <a:latin typeface="Calibri"/>
              </a:rPr>
              <a:t>Interrupt Service Routines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ISR(INT0_vect) - emergency stop: enters emergency mode immediately.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ISR(INT1_vect) - event counter: increments count only in normal mode.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ISR(INT2_vect) - recovery / reset: exits emergency mode, or resets count in normal mode.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ISR(TIMER0_COMP_vect) - 1 ms system tick used for debounce timing.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KiCad Schematic Design</a:t>
            </a:r>
          </a:p>
        </p:txBody>
      </p:sp>
      <p:pic>
        <p:nvPicPr>
          <p:cNvPr id="5" name="Picture 4" descr="kicad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172" y="1417320"/>
            <a:ext cx="682117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KiCad PCB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Routed PCB - ERC and DRC passed with zero errors</a:t>
            </a:r>
          </a:p>
        </p:txBody>
      </p:sp>
      <p:pic>
        <p:nvPicPr>
          <p:cNvPr id="6" name="Picture 5" descr="kicad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743" y="1417320"/>
            <a:ext cx="4328033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PCB 3D View</a:t>
            </a:r>
          </a:p>
        </p:txBody>
      </p:sp>
      <p:pic>
        <p:nvPicPr>
          <p:cNvPr id="5" name="Picture 4" descr="kicad_pcb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63524"/>
            <a:ext cx="5577840" cy="3953911"/>
          </a:xfrm>
          <a:prstGeom prst="rect">
            <a:avLst/>
          </a:prstGeom>
        </p:spPr>
      </p:pic>
      <p:pic>
        <p:nvPicPr>
          <p:cNvPr id="6" name="Picture 5" descr="kicad_pcb_3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273292"/>
            <a:ext cx="5577840" cy="3134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SimulIDE Simulation - Normal Mode &amp; Emergency Stop</a:t>
            </a:r>
          </a:p>
        </p:txBody>
      </p:sp>
      <p:pic>
        <p:nvPicPr>
          <p:cNvPr id="5" name="Picture 4" descr="01_normal_st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695" y="1371600"/>
            <a:ext cx="371597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623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Normal startup - Green LED ON, count 0</a:t>
            </a:r>
          </a:p>
        </p:txBody>
      </p:sp>
      <p:pic>
        <p:nvPicPr>
          <p:cNvPr id="7" name="Picture 6" descr="04_emergency_s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568" y="1371600"/>
            <a:ext cx="3681663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623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Emergency stop - Red LED + buzzer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SimulIDE Simulation - Counting Lockout &amp; Recovery</a:t>
            </a:r>
          </a:p>
        </p:txBody>
      </p:sp>
      <p:pic>
        <p:nvPicPr>
          <p:cNvPr id="5" name="Picture 4" descr="05_counting_lo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165" y="1371600"/>
            <a:ext cx="3453029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623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Event press during emergency - count does not change</a:t>
            </a:r>
          </a:p>
        </p:txBody>
      </p:sp>
      <p:pic>
        <p:nvPicPr>
          <p:cNvPr id="7" name="Picture 6" descr="06_recovery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884" y="1371600"/>
            <a:ext cx="3535031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6235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Recovery - returns to normal mode, count preserved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 Results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All 7 functional tests executed in SimulIDE - 8 MHz, UART 9600 8N1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194560" y="1554480"/>
          <a:ext cx="7772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212080"/>
                <a:gridCol w="1828800"/>
              </a:tblGrid>
              <a:tr h="56007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Test Case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6200" marR="76200" marT="38100" marB="38100" anchor="ctr">
                    <a:solidFill>
                      <a:srgbClr val="0B2B4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Normal startup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8E3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Single event pulse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8E3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Multiple event pulses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8E3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Emergency stop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8E3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Event during emergency (lockout)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8E3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Recovery mode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8E3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6200" marR="76200" marT="38100" marB="38100" anchor="ctr">
                    <a:solidFill>
                      <a:srgbClr val="F2F6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Reset in normal mode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8E3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 321 PBL 07 - Group 7 - ATmega32 External Interrupt Event Counter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1508760"/>
            <a:ext cx="2286000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Successfully implemented an interrupt-driven emergency stop and event counter using INT0, INT1, and INT2.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Demonstrated correct event-driven behaviour: immediate emergency response, accurate event counting, and reliable recovery.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Verified debounce logic prevents false triggering from mechanical switch noise.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Validated the design end-to-end: KiCad schematic and PCB (zero ERC/DRC errors), AVR-GCC firmware, and SimulIDE simulation.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Confirms that external interrupts are well suited for fast, reliable response to safety-critical events in embedded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6FB2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